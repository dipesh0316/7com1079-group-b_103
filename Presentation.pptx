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A51B60-32D8-42A7-BC47-DB69EF2B17FF}" v="45" dt="2025-12-01T11:15:31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esh Yadav [Student-PECS]" userId="S::dy25aad@herts.ac.uk::aef5adbd-626d-4ed8-b936-dc7d086cdd3f" providerId="AD" clId="Web-{4CA51B60-32D8-42A7-BC47-DB69EF2B17FF}"/>
    <pc:docChg chg="addSld delSld modSld addMainMaster delMainMaster">
      <pc:chgData name="Dipesh Yadav [Student-PECS]" userId="S::dy25aad@herts.ac.uk::aef5adbd-626d-4ed8-b936-dc7d086cdd3f" providerId="AD" clId="Web-{4CA51B60-32D8-42A7-BC47-DB69EF2B17FF}" dt="2025-12-01T11:15:30.985" v="41"/>
      <pc:docMkLst>
        <pc:docMk/>
      </pc:docMkLst>
      <pc:sldChg chg="addSp modSp mod setBg modClrScheme setClrOvrMap chgLayout">
        <pc:chgData name="Dipesh Yadav [Student-PECS]" userId="S::dy25aad@herts.ac.uk::aef5adbd-626d-4ed8-b936-dc7d086cdd3f" providerId="AD" clId="Web-{4CA51B60-32D8-42A7-BC47-DB69EF2B17FF}" dt="2025-11-30T21:24:11.279" v="1" actId="20577"/>
        <pc:sldMkLst>
          <pc:docMk/>
          <pc:sldMk cId="109857222" sldId="256"/>
        </pc:sldMkLst>
        <pc:spChg chg="mod">
          <ac:chgData name="Dipesh Yadav [Student-PECS]" userId="S::dy25aad@herts.ac.uk::aef5adbd-626d-4ed8-b936-dc7d086cdd3f" providerId="AD" clId="Web-{4CA51B60-32D8-42A7-BC47-DB69EF2B17FF}" dt="2025-11-30T21:24:11.279" v="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ipesh Yadav [Student-PECS]" userId="S::dy25aad@herts.ac.uk::aef5adbd-626d-4ed8-b936-dc7d086cdd3f" providerId="AD" clId="Web-{4CA51B60-32D8-42A7-BC47-DB69EF2B17FF}" dt="2025-11-30T21:24:07.826" v="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Dipesh Yadav [Student-PECS]" userId="S::dy25aad@herts.ac.uk::aef5adbd-626d-4ed8-b936-dc7d086cdd3f" providerId="AD" clId="Web-{4CA51B60-32D8-42A7-BC47-DB69EF2B17FF}" dt="2025-11-30T21:24:07.826" v="0"/>
          <ac:spMkLst>
            <pc:docMk/>
            <pc:sldMk cId="109857222" sldId="256"/>
            <ac:spMk id="9" creationId="{0EECA69B-4C2A-7F31-8019-E90DB3BD49CB}"/>
          </ac:spMkLst>
        </pc:spChg>
        <pc:spChg chg="add">
          <ac:chgData name="Dipesh Yadav [Student-PECS]" userId="S::dy25aad@herts.ac.uk::aef5adbd-626d-4ed8-b936-dc7d086cdd3f" providerId="AD" clId="Web-{4CA51B60-32D8-42A7-BC47-DB69EF2B17FF}" dt="2025-11-30T21:24:07.826" v="0"/>
          <ac:spMkLst>
            <pc:docMk/>
            <pc:sldMk cId="109857222" sldId="256"/>
            <ac:spMk id="11" creationId="{1103FDB8-D911-F8F8-F9EC-FB7FF543594C}"/>
          </ac:spMkLst>
        </pc:spChg>
        <pc:picChg chg="add">
          <ac:chgData name="Dipesh Yadav [Student-PECS]" userId="S::dy25aad@herts.ac.uk::aef5adbd-626d-4ed8-b936-dc7d086cdd3f" providerId="AD" clId="Web-{4CA51B60-32D8-42A7-BC47-DB69EF2B17FF}" dt="2025-11-30T21:24:07.826" v="0"/>
          <ac:picMkLst>
            <pc:docMk/>
            <pc:sldMk cId="109857222" sldId="256"/>
            <ac:picMk id="4" creationId="{D1E312C6-09ED-A892-7201-E1038F8529AD}"/>
          </ac:picMkLst>
        </pc:picChg>
      </pc:sldChg>
      <pc:sldChg chg="modSp new">
        <pc:chgData name="Dipesh Yadav [Student-PECS]" userId="S::dy25aad@herts.ac.uk::aef5adbd-626d-4ed8-b936-dc7d086cdd3f" providerId="AD" clId="Web-{4CA51B60-32D8-42A7-BC47-DB69EF2B17FF}" dt="2025-11-30T21:25:05.311" v="4" actId="20577"/>
        <pc:sldMkLst>
          <pc:docMk/>
          <pc:sldMk cId="1063067970" sldId="257"/>
        </pc:sldMkLst>
        <pc:spChg chg="mod">
          <ac:chgData name="Dipesh Yadav [Student-PECS]" userId="S::dy25aad@herts.ac.uk::aef5adbd-626d-4ed8-b936-dc7d086cdd3f" providerId="AD" clId="Web-{4CA51B60-32D8-42A7-BC47-DB69EF2B17FF}" dt="2025-11-30T21:24:52.686" v="3" actId="20577"/>
          <ac:spMkLst>
            <pc:docMk/>
            <pc:sldMk cId="1063067970" sldId="257"/>
            <ac:spMk id="2" creationId="{B9B8D6F8-1053-46B9-D94E-F2B12C587CEC}"/>
          </ac:spMkLst>
        </pc:spChg>
        <pc:spChg chg="mod">
          <ac:chgData name="Dipesh Yadav [Student-PECS]" userId="S::dy25aad@herts.ac.uk::aef5adbd-626d-4ed8-b936-dc7d086cdd3f" providerId="AD" clId="Web-{4CA51B60-32D8-42A7-BC47-DB69EF2B17FF}" dt="2025-11-30T21:25:05.311" v="4" actId="20577"/>
          <ac:spMkLst>
            <pc:docMk/>
            <pc:sldMk cId="1063067970" sldId="257"/>
            <ac:spMk id="3" creationId="{4772F346-9AEE-E369-4BE6-1D0DA553BA3E}"/>
          </ac:spMkLst>
        </pc:spChg>
      </pc:sldChg>
      <pc:sldChg chg="addSp modSp new mod setBg">
        <pc:chgData name="Dipesh Yadav [Student-PECS]" userId="S::dy25aad@herts.ac.uk::aef5adbd-626d-4ed8-b936-dc7d086cdd3f" providerId="AD" clId="Web-{4CA51B60-32D8-42A7-BC47-DB69EF2B17FF}" dt="2025-11-30T21:28:15.156" v="25"/>
        <pc:sldMkLst>
          <pc:docMk/>
          <pc:sldMk cId="150183965" sldId="258"/>
        </pc:sldMkLst>
        <pc:spChg chg="mod">
          <ac:chgData name="Dipesh Yadav [Student-PECS]" userId="S::dy25aad@herts.ac.uk::aef5adbd-626d-4ed8-b936-dc7d086cdd3f" providerId="AD" clId="Web-{4CA51B60-32D8-42A7-BC47-DB69EF2B17FF}" dt="2025-11-30T21:28:15.156" v="25"/>
          <ac:spMkLst>
            <pc:docMk/>
            <pc:sldMk cId="150183965" sldId="258"/>
            <ac:spMk id="2" creationId="{7F0FA90B-2063-F737-9AEA-6ACA9BACB047}"/>
          </ac:spMkLst>
        </pc:spChg>
        <pc:spChg chg="mod ord">
          <ac:chgData name="Dipesh Yadav [Student-PECS]" userId="S::dy25aad@herts.ac.uk::aef5adbd-626d-4ed8-b936-dc7d086cdd3f" providerId="AD" clId="Web-{4CA51B60-32D8-42A7-BC47-DB69EF2B17FF}" dt="2025-11-30T21:28:15.156" v="25"/>
          <ac:spMkLst>
            <pc:docMk/>
            <pc:sldMk cId="150183965" sldId="258"/>
            <ac:spMk id="3" creationId="{3BF1E119-AD97-634E-5C16-67E1B561F429}"/>
          </ac:spMkLst>
        </pc:spChg>
        <pc:spChg chg="add">
          <ac:chgData name="Dipesh Yadav [Student-PECS]" userId="S::dy25aad@herts.ac.uk::aef5adbd-626d-4ed8-b936-dc7d086cdd3f" providerId="AD" clId="Web-{4CA51B60-32D8-42A7-BC47-DB69EF2B17FF}" dt="2025-11-30T21:28:15.156" v="25"/>
          <ac:spMkLst>
            <pc:docMk/>
            <pc:sldMk cId="150183965" sldId="258"/>
            <ac:spMk id="9" creationId="{E49D7415-2F11-44C2-B6AA-13A25B6814B9}"/>
          </ac:spMkLst>
        </pc:spChg>
        <pc:picChg chg="add mod">
          <ac:chgData name="Dipesh Yadav [Student-PECS]" userId="S::dy25aad@herts.ac.uk::aef5adbd-626d-4ed8-b936-dc7d086cdd3f" providerId="AD" clId="Web-{4CA51B60-32D8-42A7-BC47-DB69EF2B17FF}" dt="2025-11-30T21:28:15.156" v="25"/>
          <ac:picMkLst>
            <pc:docMk/>
            <pc:sldMk cId="150183965" sldId="258"/>
            <ac:picMk id="4" creationId="{BA3EC5AC-A91B-D0FE-E98B-9D0D96783C05}"/>
          </ac:picMkLst>
        </pc:picChg>
        <pc:cxnChg chg="add">
          <ac:chgData name="Dipesh Yadav [Student-PECS]" userId="S::dy25aad@herts.ac.uk::aef5adbd-626d-4ed8-b936-dc7d086cdd3f" providerId="AD" clId="Web-{4CA51B60-32D8-42A7-BC47-DB69EF2B17FF}" dt="2025-11-30T21:28:15.156" v="25"/>
          <ac:cxnSpMkLst>
            <pc:docMk/>
            <pc:sldMk cId="150183965" sldId="258"/>
            <ac:cxnSpMk id="11" creationId="{D2E57F3D-33BE-4306-87E6-245763719516}"/>
          </ac:cxnSpMkLst>
        </pc:cxnChg>
        <pc:cxnChg chg="add">
          <ac:chgData name="Dipesh Yadav [Student-PECS]" userId="S::dy25aad@herts.ac.uk::aef5adbd-626d-4ed8-b936-dc7d086cdd3f" providerId="AD" clId="Web-{4CA51B60-32D8-42A7-BC47-DB69EF2B17FF}" dt="2025-11-30T21:28:15.156" v="25"/>
          <ac:cxnSpMkLst>
            <pc:docMk/>
            <pc:sldMk cId="150183965" sldId="258"/>
            <ac:cxnSpMk id="13" creationId="{8E0104E4-99BC-494F-8342-F250828E574F}"/>
          </ac:cxnSpMkLst>
        </pc:cxnChg>
      </pc:sldChg>
      <pc:sldChg chg="addSp modSp new mod setBg">
        <pc:chgData name="Dipesh Yadav [Student-PECS]" userId="S::dy25aad@herts.ac.uk::aef5adbd-626d-4ed8-b936-dc7d086cdd3f" providerId="AD" clId="Web-{4CA51B60-32D8-42A7-BC47-DB69EF2B17FF}" dt="2025-11-30T21:28:53.174" v="28"/>
        <pc:sldMkLst>
          <pc:docMk/>
          <pc:sldMk cId="2895901230" sldId="259"/>
        </pc:sldMkLst>
        <pc:spChg chg="mod">
          <ac:chgData name="Dipesh Yadav [Student-PECS]" userId="S::dy25aad@herts.ac.uk::aef5adbd-626d-4ed8-b936-dc7d086cdd3f" providerId="AD" clId="Web-{4CA51B60-32D8-42A7-BC47-DB69EF2B17FF}" dt="2025-11-30T21:28:53.174" v="28"/>
          <ac:spMkLst>
            <pc:docMk/>
            <pc:sldMk cId="2895901230" sldId="259"/>
            <ac:spMk id="2" creationId="{E57B9127-3909-F77D-7727-0E6BEDB7A3E3}"/>
          </ac:spMkLst>
        </pc:spChg>
        <pc:spChg chg="mod">
          <ac:chgData name="Dipesh Yadav [Student-PECS]" userId="S::dy25aad@herts.ac.uk::aef5adbd-626d-4ed8-b936-dc7d086cdd3f" providerId="AD" clId="Web-{4CA51B60-32D8-42A7-BC47-DB69EF2B17FF}" dt="2025-11-30T21:28:53.174" v="28"/>
          <ac:spMkLst>
            <pc:docMk/>
            <pc:sldMk cId="2895901230" sldId="259"/>
            <ac:spMk id="3" creationId="{3C55E77B-4DF0-59DC-C779-3118ECABBA08}"/>
          </ac:spMkLst>
        </pc:spChg>
        <pc:spChg chg="add">
          <ac:chgData name="Dipesh Yadav [Student-PECS]" userId="S::dy25aad@herts.ac.uk::aef5adbd-626d-4ed8-b936-dc7d086cdd3f" providerId="AD" clId="Web-{4CA51B60-32D8-42A7-BC47-DB69EF2B17FF}" dt="2025-11-30T21:28:53.174" v="28"/>
          <ac:spMkLst>
            <pc:docMk/>
            <pc:sldMk cId="2895901230" sldId="259"/>
            <ac:spMk id="9" creationId="{E49D7415-2F11-44C2-B6AA-13A25B6814B9}"/>
          </ac:spMkLst>
        </pc:spChg>
        <pc:picChg chg="add mod">
          <ac:chgData name="Dipesh Yadav [Student-PECS]" userId="S::dy25aad@herts.ac.uk::aef5adbd-626d-4ed8-b936-dc7d086cdd3f" providerId="AD" clId="Web-{4CA51B60-32D8-42A7-BC47-DB69EF2B17FF}" dt="2025-11-30T21:28:53.174" v="28"/>
          <ac:picMkLst>
            <pc:docMk/>
            <pc:sldMk cId="2895901230" sldId="259"/>
            <ac:picMk id="4" creationId="{95E005AF-ABD3-0701-188B-6BECF9C0E6DE}"/>
          </ac:picMkLst>
        </pc:picChg>
        <pc:cxnChg chg="add">
          <ac:chgData name="Dipesh Yadav [Student-PECS]" userId="S::dy25aad@herts.ac.uk::aef5adbd-626d-4ed8-b936-dc7d086cdd3f" providerId="AD" clId="Web-{4CA51B60-32D8-42A7-BC47-DB69EF2B17FF}" dt="2025-11-30T21:28:53.174" v="28"/>
          <ac:cxnSpMkLst>
            <pc:docMk/>
            <pc:sldMk cId="2895901230" sldId="259"/>
            <ac:cxnSpMk id="11" creationId="{D2E57F3D-33BE-4306-87E6-245763719516}"/>
          </ac:cxnSpMkLst>
        </pc:cxnChg>
      </pc:sldChg>
      <pc:sldChg chg="modSp new">
        <pc:chgData name="Dipesh Yadav [Student-PECS]" userId="S::dy25aad@herts.ac.uk::aef5adbd-626d-4ed8-b936-dc7d086cdd3f" providerId="AD" clId="Web-{4CA51B60-32D8-42A7-BC47-DB69EF2B17FF}" dt="2025-11-30T21:27:12.453" v="20" actId="20577"/>
        <pc:sldMkLst>
          <pc:docMk/>
          <pc:sldMk cId="3443872791" sldId="260"/>
        </pc:sldMkLst>
        <pc:spChg chg="mod">
          <ac:chgData name="Dipesh Yadav [Student-PECS]" userId="S::dy25aad@herts.ac.uk::aef5adbd-626d-4ed8-b936-dc7d086cdd3f" providerId="AD" clId="Web-{4CA51B60-32D8-42A7-BC47-DB69EF2B17FF}" dt="2025-11-30T21:26:59.249" v="18" actId="20577"/>
          <ac:spMkLst>
            <pc:docMk/>
            <pc:sldMk cId="3443872791" sldId="260"/>
            <ac:spMk id="2" creationId="{3C3D41B3-B323-6488-8F87-A81DF828DDF4}"/>
          </ac:spMkLst>
        </pc:spChg>
        <pc:spChg chg="mod">
          <ac:chgData name="Dipesh Yadav [Student-PECS]" userId="S::dy25aad@herts.ac.uk::aef5adbd-626d-4ed8-b936-dc7d086cdd3f" providerId="AD" clId="Web-{4CA51B60-32D8-42A7-BC47-DB69EF2B17FF}" dt="2025-11-30T21:27:12.453" v="20" actId="20577"/>
          <ac:spMkLst>
            <pc:docMk/>
            <pc:sldMk cId="3443872791" sldId="260"/>
            <ac:spMk id="3" creationId="{391FC333-58E9-ACED-87B1-869514AAF3CD}"/>
          </ac:spMkLst>
        </pc:spChg>
      </pc:sldChg>
      <pc:sldChg chg="addSp delSp modSp new">
        <pc:chgData name="Dipesh Yadav [Student-PECS]" userId="S::dy25aad@herts.ac.uk::aef5adbd-626d-4ed8-b936-dc7d086cdd3f" providerId="AD" clId="Web-{4CA51B60-32D8-42A7-BC47-DB69EF2B17FF}" dt="2025-11-30T21:33:06.873" v="30"/>
        <pc:sldMkLst>
          <pc:docMk/>
          <pc:sldMk cId="1572349062" sldId="261"/>
        </pc:sldMkLst>
        <pc:spChg chg="del">
          <ac:chgData name="Dipesh Yadav [Student-PECS]" userId="S::dy25aad@herts.ac.uk::aef5adbd-626d-4ed8-b936-dc7d086cdd3f" providerId="AD" clId="Web-{4CA51B60-32D8-42A7-BC47-DB69EF2B17FF}" dt="2025-11-30T21:33:06.873" v="30"/>
          <ac:spMkLst>
            <pc:docMk/>
            <pc:sldMk cId="1572349062" sldId="261"/>
            <ac:spMk id="3" creationId="{031D2C3E-93F2-9F5B-4AC3-3FB589AAD868}"/>
          </ac:spMkLst>
        </pc:spChg>
        <pc:picChg chg="add mod ord">
          <ac:chgData name="Dipesh Yadav [Student-PECS]" userId="S::dy25aad@herts.ac.uk::aef5adbd-626d-4ed8-b936-dc7d086cdd3f" providerId="AD" clId="Web-{4CA51B60-32D8-42A7-BC47-DB69EF2B17FF}" dt="2025-11-30T21:33:06.873" v="30"/>
          <ac:picMkLst>
            <pc:docMk/>
            <pc:sldMk cId="1572349062" sldId="261"/>
            <ac:picMk id="4" creationId="{88D9B427-3DBC-F396-4F28-E88ED3D31C3F}"/>
          </ac:picMkLst>
        </pc:picChg>
      </pc:sldChg>
      <pc:sldChg chg="new del">
        <pc:chgData name="Dipesh Yadav [Student-PECS]" userId="S::dy25aad@herts.ac.uk::aef5adbd-626d-4ed8-b936-dc7d086cdd3f" providerId="AD" clId="Web-{4CA51B60-32D8-42A7-BC47-DB69EF2B17FF}" dt="2025-11-30T21:27:42.765" v="22"/>
        <pc:sldMkLst>
          <pc:docMk/>
          <pc:sldMk cId="3491960380" sldId="261"/>
        </pc:sldMkLst>
      </pc:sldChg>
      <pc:sldChg chg="addSp delSp modSp new">
        <pc:chgData name="Dipesh Yadav [Student-PECS]" userId="S::dy25aad@herts.ac.uk::aef5adbd-626d-4ed8-b936-dc7d086cdd3f" providerId="AD" clId="Web-{4CA51B60-32D8-42A7-BC47-DB69EF2B17FF}" dt="2025-12-01T11:15:30.985" v="41"/>
        <pc:sldMkLst>
          <pc:docMk/>
          <pc:sldMk cId="1192754786" sldId="262"/>
        </pc:sldMkLst>
        <pc:spChg chg="mod">
          <ac:chgData name="Dipesh Yadav [Student-PECS]" userId="S::dy25aad@herts.ac.uk::aef5adbd-626d-4ed8-b936-dc7d086cdd3f" providerId="AD" clId="Web-{4CA51B60-32D8-42A7-BC47-DB69EF2B17FF}" dt="2025-11-30T21:38:40.338" v="36" actId="20577"/>
          <ac:spMkLst>
            <pc:docMk/>
            <pc:sldMk cId="1192754786" sldId="262"/>
            <ac:spMk id="2" creationId="{0326543C-3A73-A47C-B732-972EF7C045CC}"/>
          </ac:spMkLst>
        </pc:spChg>
        <pc:spChg chg="del mod">
          <ac:chgData name="Dipesh Yadav [Student-PECS]" userId="S::dy25aad@herts.ac.uk::aef5adbd-626d-4ed8-b936-dc7d086cdd3f" providerId="AD" clId="Web-{4CA51B60-32D8-42A7-BC47-DB69EF2B17FF}" dt="2025-12-01T11:15:30.985" v="41"/>
          <ac:spMkLst>
            <pc:docMk/>
            <pc:sldMk cId="1192754786" sldId="262"/>
            <ac:spMk id="3" creationId="{7E27282D-19FB-19A5-C494-20759C7B32DF}"/>
          </ac:spMkLst>
        </pc:spChg>
        <pc:picChg chg="add mod ord">
          <ac:chgData name="Dipesh Yadav [Student-PECS]" userId="S::dy25aad@herts.ac.uk::aef5adbd-626d-4ed8-b936-dc7d086cdd3f" providerId="AD" clId="Web-{4CA51B60-32D8-42A7-BC47-DB69EF2B17FF}" dt="2025-12-01T11:15:30.985" v="41"/>
          <ac:picMkLst>
            <pc:docMk/>
            <pc:sldMk cId="1192754786" sldId="262"/>
            <ac:picMk id="4" creationId="{6509B415-A198-234C-B6A7-493E617C5C16}"/>
          </ac:picMkLst>
        </pc:picChg>
      </pc:sldChg>
      <pc:sldMasterChg chg="del delSldLayout">
        <pc:chgData name="Dipesh Yadav [Student-PECS]" userId="S::dy25aad@herts.ac.uk::aef5adbd-626d-4ed8-b936-dc7d086cdd3f" providerId="AD" clId="Web-{4CA51B60-32D8-42A7-BC47-DB69EF2B17FF}" dt="2025-11-30T21:24:07.826" v="0"/>
        <pc:sldMasterMkLst>
          <pc:docMk/>
          <pc:sldMasterMk cId="2460954070" sldId="2147483660"/>
        </pc:sldMasterMkLst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Dipesh Yadav [Student-PECS]" userId="S::dy25aad@herts.ac.uk::aef5adbd-626d-4ed8-b936-dc7d086cdd3f" providerId="AD" clId="Web-{4CA51B60-32D8-42A7-BC47-DB69EF2B17FF}" dt="2025-11-30T21:24:07.826" v="0"/>
        <pc:sldMasterMkLst>
          <pc:docMk/>
          <pc:sldMasterMk cId="3234960994" sldId="2147483672"/>
        </pc:sldMasterMkLst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1690966988" sldId="2147483673"/>
          </pc:sldLayoutMkLst>
        </pc:sldLayoutChg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317734477" sldId="2147483674"/>
          </pc:sldLayoutMkLst>
        </pc:sldLayoutChg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2535430949" sldId="2147483675"/>
          </pc:sldLayoutMkLst>
        </pc:sldLayoutChg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1301416697" sldId="2147483676"/>
          </pc:sldLayoutMkLst>
        </pc:sldLayoutChg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3120929156" sldId="2147483677"/>
          </pc:sldLayoutMkLst>
        </pc:sldLayoutChg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3164038989" sldId="2147483678"/>
          </pc:sldLayoutMkLst>
        </pc:sldLayoutChg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3745703470" sldId="2147483679"/>
          </pc:sldLayoutMkLst>
        </pc:sldLayoutChg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77864196" sldId="2147483680"/>
          </pc:sldLayoutMkLst>
        </pc:sldLayoutChg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4263260577" sldId="2147483681"/>
          </pc:sldLayoutMkLst>
        </pc:sldLayoutChg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3499990924" sldId="2147483682"/>
          </pc:sldLayoutMkLst>
        </pc:sldLayoutChg>
        <pc:sldLayoutChg chg="add">
          <pc:chgData name="Dipesh Yadav [Student-PECS]" userId="S::dy25aad@herts.ac.uk::aef5adbd-626d-4ed8-b936-dc7d086cdd3f" providerId="AD" clId="Web-{4CA51B60-32D8-42A7-BC47-DB69EF2B17FF}" dt="2025-11-30T21:24:07.826" v="0"/>
          <pc:sldLayoutMkLst>
            <pc:docMk/>
            <pc:sldMasterMk cId="3234960994" sldId="2147483672"/>
            <pc:sldLayoutMk cId="536662488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6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30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16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29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3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0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60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90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6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960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D1E312C6-09ED-A892-7201-E1038F8529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278" r="9085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" y="5702710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GB" sz="3600" b="1" dirty="0">
                <a:solidFill>
                  <a:srgbClr val="000000"/>
                </a:solidFill>
                <a:ea typeface="+mj-lt"/>
                <a:cs typeface="+mj-lt"/>
              </a:rPr>
              <a:t>Visualisation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03108" y="5702710"/>
            <a:ext cx="3633535" cy="974347"/>
          </a:xfrm>
        </p:spPr>
        <p:txBody>
          <a:bodyPr anchor="ctr">
            <a:normAutofit/>
          </a:bodyPr>
          <a:lstStyle/>
          <a:p>
            <a:pPr algn="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8D6F8-1053-46B9-D94E-F2B12C587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j-lt"/>
                <a:cs typeface="+mj-lt"/>
              </a:rPr>
              <a:t>Purpose of Visualisation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2F346-9AEE-E369-4BE6-1D0DA553B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The purpose of the visualisations is to:</a:t>
            </a:r>
            <a:endParaRPr lang="en-GB"/>
          </a:p>
          <a:p>
            <a:r>
              <a:rPr lang="en-GB">
                <a:ea typeface="+mn-lt"/>
                <a:cs typeface="+mn-lt"/>
              </a:rPr>
              <a:t>Understand the relationship between alcohol consumption and happiness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Identify overall trends and patterns</a:t>
            </a:r>
            <a:endParaRPr lang="en-GB"/>
          </a:p>
          <a:p>
            <a:r>
              <a:rPr lang="en-GB">
                <a:ea typeface="+mn-lt"/>
                <a:cs typeface="+mn-lt"/>
              </a:rPr>
              <a:t>Check whether a correlation analysis is appropriate</a:t>
            </a:r>
            <a:endParaRPr lang="en-GB"/>
          </a:p>
          <a:p>
            <a:r>
              <a:rPr lang="en-GB">
                <a:ea typeface="+mn-lt"/>
                <a:cs typeface="+mn-lt"/>
              </a:rPr>
              <a:t>Visual exploration helps verify assumptions before running statistical tests.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306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0FA90B-2063-F737-9AEA-6ACA9BAC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>
                <a:ea typeface="+mj-lt"/>
                <a:cs typeface="+mj-lt"/>
              </a:rPr>
              <a:t>Scatter Plot: Alcohol Consumption vs Happiness Score</a:t>
            </a:r>
            <a:endParaRPr lang="en-US" sz="28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A3EC5AC-A91B-D0FE-E98B-9D0D96783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51" y="1869439"/>
            <a:ext cx="5789686" cy="4139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1E119-AD97-634E-5C16-67E1B561F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Each point represents a country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X-axis shows total alcohol consumption per capita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Y-axis shows happiness score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The upward trend suggests a positive relationship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A linear trend line is added to highlight this pattern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This visual supports using Pearson correlation.</a:t>
            </a:r>
            <a:endParaRPr lang="en-GB" dirty="0"/>
          </a:p>
          <a:p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83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B9127-3909-F77D-7727-0E6BEDB7A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300">
                <a:ea typeface="+mj-lt"/>
                <a:cs typeface="+mj-lt"/>
              </a:rPr>
              <a:t>Histogram of Total Alcohol Consumption</a:t>
            </a:r>
            <a:endParaRPr lang="en-US" sz="33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5E77B-4DF0-59DC-C779-3118ECABB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Shows how alcohol consumption is distributed across countries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Most countries fall within a moderate consumption range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The distribution is reasonably smooth, without extreme skew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This supports the use of parametric statistical tests.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 descr="A graph of alcohol consumption&#10;&#10;AI-generated content may be incorrect.">
            <a:extLst>
              <a:ext uri="{FF2B5EF4-FFF2-40B4-BE49-F238E27FC236}">
                <a16:creationId xmlns:a16="http://schemas.microsoft.com/office/drawing/2014/main" id="{95E005AF-ABD3-0701-188B-6BECF9C0E6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4" r="12709" b="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01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41B3-B323-6488-8F87-A81DF828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ea typeface="+mj-lt"/>
                <a:cs typeface="+mj-lt"/>
              </a:rPr>
              <a:t>How Visualisations Support the Research Question</a:t>
            </a:r>
            <a:endParaRPr lang="en-US" dirty="0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FC333-58E9-ACED-87B1-869514AAF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Research Question: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Is there a correlation between alcohol consumption and happiness across countries?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The scatter plot visually suggests a positive correlation.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The histogram shows acceptable data distribution.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Therefore, a Pearson correlation test is appropriate.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3872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BF014-321C-46EE-3927-267762F8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8D9B427-3DBC-F396-4F28-E88ED3D31C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3893" y="2221992"/>
            <a:ext cx="7024748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349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543C-3A73-A47C-B732-972EF7C0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Box-plot</a:t>
            </a:r>
          </a:p>
        </p:txBody>
      </p:sp>
      <p:pic>
        <p:nvPicPr>
          <p:cNvPr id="4" name="Content Placeholder 3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6509B415-A198-234C-B6A7-493E617C5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1074" y="2221992"/>
            <a:ext cx="3970387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5478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ChronicleVTI</vt:lpstr>
      <vt:lpstr>Visualisation</vt:lpstr>
      <vt:lpstr>Purpose of Visualisation</vt:lpstr>
      <vt:lpstr>Scatter Plot: Alcohol Consumption vs Happiness Score</vt:lpstr>
      <vt:lpstr>Histogram of Total Alcohol Consumption</vt:lpstr>
      <vt:lpstr>How Visualisations Support the Research Question </vt:lpstr>
      <vt:lpstr>PowerPoint Presentation</vt:lpstr>
      <vt:lpstr>Box-plot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</cp:revision>
  <dcterms:created xsi:type="dcterms:W3CDTF">2025-11-30T21:23:48Z</dcterms:created>
  <dcterms:modified xsi:type="dcterms:W3CDTF">2025-12-01T11:15:31Z</dcterms:modified>
</cp:coreProperties>
</file>